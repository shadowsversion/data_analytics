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u="sng" dirty="0"/>
              <a:t>Trade Data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(USING PANDAS AND MATPLOTLIB)</a:t>
            </a:r>
            <a:endParaRPr dirty="0"/>
          </a:p>
        </p:txBody>
      </p:sp>
      <p:pic>
        <p:nvPicPr>
          <p:cNvPr id="4" name="Picture 3" descr="75e28009-c029-4a3a-97a0-420d9425d9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962" y="816076"/>
            <a:ext cx="4410075" cy="14700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Dataset contains daily trade statistics</a:t>
            </a:r>
          </a:p>
          <a:p>
            <a:pPr marL="0" indent="0">
              <a:buNone/>
            </a:pPr>
            <a:r>
              <a:rPr dirty="0"/>
              <a:t>• Includes Date, Direction, Country, Commodity, Transport Mode</a:t>
            </a:r>
          </a:p>
          <a:p>
            <a:pPr marL="0" indent="0">
              <a:buNone/>
            </a:pPr>
            <a:r>
              <a:rPr dirty="0"/>
              <a:t>• Analysis includes trends, patterns, aggregations, and anomalies</a:t>
            </a:r>
          </a:p>
          <a:p>
            <a:pPr marL="0" indent="0">
              <a:buNone/>
            </a:pPr>
            <a:r>
              <a:rPr dirty="0"/>
              <a:t>• Tools: Python, Pandas, Matplotlib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Trade Value Trend</a:t>
            </a:r>
          </a:p>
        </p:txBody>
      </p:sp>
      <p:pic>
        <p:nvPicPr>
          <p:cNvPr id="3" name="Picture 2" descr="val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3800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Cumulative Trend Overview</a:t>
            </a:r>
          </a:p>
        </p:txBody>
      </p:sp>
      <p:pic>
        <p:nvPicPr>
          <p:cNvPr id="3" name="Picture 2" descr="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3800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Value by Weekday</a:t>
            </a:r>
          </a:p>
        </p:txBody>
      </p:sp>
      <p:pic>
        <p:nvPicPr>
          <p:cNvPr id="3" name="Picture 2" descr="week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0797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Significant variance in daily trade values</a:t>
            </a:r>
          </a:p>
          <a:p>
            <a:pPr marL="0" indent="0">
              <a:buNone/>
            </a:pPr>
            <a:r>
              <a:rPr dirty="0"/>
              <a:t>• Strong cumulative upward trajectory</a:t>
            </a:r>
          </a:p>
          <a:p>
            <a:pPr marL="0" indent="0">
              <a:buNone/>
            </a:pPr>
            <a:r>
              <a:rPr dirty="0"/>
              <a:t>• Weekdays show operational performance differences</a:t>
            </a:r>
          </a:p>
          <a:p>
            <a:pPr marL="0" indent="0">
              <a:buNone/>
            </a:pPr>
            <a:r>
              <a:rPr dirty="0"/>
              <a:t>• Useful for planning, forecasting, and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Data reflects predictable temporal patterns</a:t>
            </a:r>
          </a:p>
          <a:p>
            <a:pPr marL="0" indent="0">
              <a:buNone/>
            </a:pPr>
            <a:r>
              <a:rPr dirty="0"/>
              <a:t>• Analysis supports decision‑making in trade operations</a:t>
            </a:r>
          </a:p>
          <a:p>
            <a:pPr marL="0" indent="0">
              <a:buNone/>
            </a:pPr>
            <a:r>
              <a:rPr dirty="0"/>
              <a:t>• Rolling averages and anomalies provide deeper insights</a:t>
            </a:r>
          </a:p>
          <a:p>
            <a:pPr marL="0" indent="0">
              <a:buNone/>
            </a:pPr>
            <a:r>
              <a:rPr dirty="0"/>
              <a:t>• Strong framework for future forecasting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Acknowledgement /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Project Contributors:</a:t>
            </a:r>
          </a:p>
          <a:p>
            <a:pPr marL="0" indent="0">
              <a:buNone/>
            </a:pPr>
            <a:r>
              <a:rPr dirty="0"/>
              <a:t>• Akshat Diwakar — 202410101150080</a:t>
            </a:r>
          </a:p>
          <a:p>
            <a:pPr marL="0" indent="0">
              <a:buNone/>
            </a:pPr>
            <a:r>
              <a:rPr dirty="0"/>
              <a:t>• Vishal Maurya — 202410101150067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135</Words>
  <Application>Microsoft Office PowerPoint</Application>
  <PresentationFormat>On-screen Show (4:3)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Trade Data Analysis Project</vt:lpstr>
      <vt:lpstr>Introduction</vt:lpstr>
      <vt:lpstr>Daily Trade Value Trend</vt:lpstr>
      <vt:lpstr>Cumulative Trend Overview</vt:lpstr>
      <vt:lpstr>Average Value by Weekday</vt:lpstr>
      <vt:lpstr>Key Insights</vt:lpstr>
      <vt:lpstr>Conclusion</vt:lpstr>
      <vt:lpstr>Acknowledgement / Team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Salman Shaikh</cp:lastModifiedBy>
  <cp:revision>2</cp:revision>
  <dcterms:created xsi:type="dcterms:W3CDTF">2013-01-27T09:14:16Z</dcterms:created>
  <dcterms:modified xsi:type="dcterms:W3CDTF">2025-11-10T06:12:59Z</dcterms:modified>
  <cp:category/>
</cp:coreProperties>
</file>